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(15s): 'Every candidate I know has applied to the same job on three platforms. This thesis builds one place where the whole recruitment round trip — from application to decision — actually lives.' Do not read the title.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Recruitment — 1:45–2:00. Story first: I kept watching friends grind the same application across 3–4 websites, and employers drowning in resumes they screen in seconds. Read the three numbers as a sequence: 35% of the workforce is hunting right now; a posting takes ~44 days to fill; a single resume gets ~7 seconds. Good — thank the sources. Then the friction line. How I began (the personal note): I had no formal SDLC background; I taught myself the fundamentals, then locked onto a use-case-driven loop — document a group, implement backend-first, write any surprise back into the docs. Save the career motive for the demo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&amp; scope — ~1:00. One sentence: the platform is one place for the whole round trip; two of the eight modules — Job Application and Employer Job Management — are examined in depth, and they complete each other: a seeker applies, an employer decides. Everything else (auth, profile, resume, discovery, admin) is built and described briefly. Point at the context diagram: three actors,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~1:30. The one idea to drive home: contract-first. tsoa reads decorators on the controllers and emits both the route table and swagger.json; the web client is generated from that same file. So a change on the server shows up in the client's types at the next build — they cannot drift. Backend owns all rules (controller stays thin, service holds business logic, defense-in-depth role checks). Keep it to three bullets and the container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Design, the round trip — ~1:30. These are the happy-path sequence diagrams, shown exactly as modeled before implementation (the guarded full versions are in the paper). Left: the seeker applies — controller → service → Prisma → 201, application created as SUBMITTED. Right: the employer works through three steps — list, mark UNDER_REVIEW, decide ACCEPTED or REJECTED. Every guard (401/403/404/409) was documented; for the slide we show only the flow you're about to see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2:00 hard cap. Keep the clock; this slides into Q&amp;A. Beat 1: as the seeded seeker (job-seeker account), search a term, open 'Backend Engineer', Apply with the pre-uploaded resume, show it appear in My Applications as SUBMITTED. Beat 2: switch to the employer account (hr@fptsoftware.demo), open the same posting, find the fresh application, mark UNDER_REVIEW, then ACCEPT — and flip back to the seeker view to show the status now reads ACCEPTED. That 'ripple' is the point of one platform. If time remains (optional 15s closer): try an admin action as the seeker and show the 403. Fallback on any failure: say 'here's what that looks like' and jump to the appendix screenshot slide you will add during rehearsal — do not linger, your buffer is only ~30s.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— ~1:00. Numbers first: 89 cases, 0 failures, ~30 seconds — and it's not mocked, it runs against a derived test database built from the real migrations. The requirements traceability table is the strongest evidence: rule ↔ use case ↔ passing test. Then say the honest sentence yourself before they can: the UI is verified manually, and there is no load testing yet — the paper says so and so do I. That defuses the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~1:00. Contribution in two lines; then the three lessons, deliberately personal (that's the 'what I learned' the committee is told to listen for). Close by owning the limits before they ask: prototype, not deployed; the future list — notifications, deployment and scale, mobile — shows where this goes. Land it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on screen during Q&amp;A. Expected themes: why 2 modules in depth, the contract-first choice, the state machines, testing limits, and deployment plans — each has a prepared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6" name="Image 0" descr="C:\Users\Phung Dam Tien Si\Project\Bachelor Thesis\bachelor-thesis-paper\images\UST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777240"/>
            <a:ext cx="18288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0574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 DEFENSE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1036289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Full-Stack</a:t>
            </a:r>
            <a:endParaRPr lang="en-US" sz="3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Web-Based Recruitment Platform</a:t>
            </a:r>
            <a:endParaRPr lang="en-US" sz="3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 and Employers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for the recruitment round trip — from application to decision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Phung Dam Tien Si  ·  23BI14384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949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Supervisor: Eng. Dinh Viet Ha   ·   Internal Supervisor: Prof. Dr. Giang Anh Tuan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064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Hanoi,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RECRUITMENT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is broken at scale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3566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848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Vietnamese professionals are job-hunting right now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877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Page, 2023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8536" y="1207008"/>
            <a:ext cx="3566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88536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~44 days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0848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posting to accepted offer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5877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recruiter survey, 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74152" y="1207008"/>
            <a:ext cx="3566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1371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≈7 sec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0848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spends screening one resume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5877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Ladders eye-tracking, 2018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218688"/>
            <a:ext cx="11137392" cy="8686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218688"/>
            <a:ext cx="9144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337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friction: candidates recreate profiles and resumes on every platform and check each one separately — employers stitch postings, applications and decisions together by hand.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31596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began — self-taught, then a process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709160"/>
            <a:ext cx="3520440" cy="13258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8646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SDLC from scratch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2303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process — studied the fundamentals first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005072" y="50474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06824" y="4709160"/>
            <a:ext cx="3520440" cy="13258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89704" y="48646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Use-case-driven loop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489704" y="52303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implement → write every surprise back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808976" y="50474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10728" y="4709160"/>
            <a:ext cx="3520440" cy="13258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93608" y="48646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Backend-first, deliberately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93608" y="52303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 is Backend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SCOPE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whole round trip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2344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seekers: search jobs, apply with a resume, track and withdraw applications.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Employers: manage a company, publish postings, run them through their lifecycle, review applications to a decision.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Administration: moderation, user management, audit logs.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069080"/>
            <a:ext cx="5669280" cy="192024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069080"/>
            <a:ext cx="91440" cy="19202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24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FLOWS IN DEPTH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5371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(seeker)  +  Employer Job Management (employer) — together the recruitment round trip.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built in total; the supporting ones are implemented and summarized, not dissected.</a:t>
            </a:r>
            <a:endParaRPr lang="en-US" sz="1200" dirty="0"/>
          </a:p>
        </p:txBody>
      </p:sp>
      <p:pic>
        <p:nvPicPr>
          <p:cNvPr id="16" name="Image 0" descr="C:\Users\Phung Dam Tien Si\Project\Bachelor Thesis\bachelor-thesis-paper\images\defense\C1! System Context 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5394960" cy="33284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— three actors around one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ARCHITECTURE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Contract-first monorepo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18872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monorepo — two apps, one contract.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(apps/api): Express 5 + TypeScript; tsoa generates the OpenAPI spec and the routes from annotated controllers; Prisma → PostgreSQL.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(apps/web): React 19 + Vite; a typed API client is regenerated from the same OpenAPI spec; Tailwind + shadcn/ui.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7040880" cy="137160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114800"/>
            <a:ext cx="91440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7939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one source of truth for request/response types.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26864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response shape on the server and the client type updates at the next build — the two sides can never drift.</a:t>
            </a:r>
            <a:endParaRPr lang="en-US" sz="1300" dirty="0"/>
          </a:p>
        </p:txBody>
      </p:sp>
      <p:pic>
        <p:nvPicPr>
          <p:cNvPr id="15" name="Image 0" descr="C:\Users\Phung Dam Tien Si\Project\Bachelor Thesis\bachelor-thesis-paper\images\defense\C2! Container 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43000"/>
            <a:ext cx="3749040" cy="47365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863840" y="5943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the two containers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THE ROUND TRIP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flows, modeled before code</a:t>
            </a:r>
            <a:endParaRPr lang="en-US" sz="3300" dirty="0"/>
          </a:p>
        </p:txBody>
      </p:sp>
      <p:pic>
        <p:nvPicPr>
          <p:cNvPr id="10" name="Image 0" descr="C:\Users\Phung Dam Tien Si\Project\Bachelor Thesis\bachelor-thesis-paper\images\defense\SD-JobSeeker01-Apply-For-Jobs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0"/>
            <a:ext cx="5852160" cy="28437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" y="5257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Job Seeker applies — happy path</a:t>
            </a:r>
            <a:endParaRPr lang="en-US" sz="1250" dirty="0"/>
          </a:p>
        </p:txBody>
      </p:sp>
      <p:pic>
        <p:nvPicPr>
          <p:cNvPr id="12" name="Image 1" descr="C:\Users\Phung Dam Tien Si\Project\Bachelor Thesis\bachelor-thesis-paper\images\defense\SD-Employer05-Review-Application_Si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754880" cy="4087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5257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Employer reviews → status transitions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application, end to end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3444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Job Seeker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874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right posting → apply with a saved resume → watch it land in My Applications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88536" y="12344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123444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1416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Employer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1874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same posting → review the application → mark UNDER_REVIEW → decide ACCEPTED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74152" y="12344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123444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57032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Both sides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57032" y="1874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ripples back to the seeker's tracker — same browser, two roles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11137392" cy="8686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794760"/>
            <a:ext cx="9144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931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locally: apps/api on :3000 (Swagger at /docs) · apps/web on :5173 · seeded data — 3 companies, 12 postings, fixed accounts and passwords.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983480"/>
            <a:ext cx="11137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~2 minutes · scripted and rehearsed · screenshot fallbacks ready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business rule is verified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18872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3533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suites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8536" y="118872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88536" y="13533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suite in ~30 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18872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13533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files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actor + expiry sweep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15468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database, real migrations — the suite derives a dedicated _test DB and applies prisma migrate deploy before every run.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— each business rule is mapped to its use case and its passing test (the matrix is in the paper).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029200"/>
            <a:ext cx="11137392" cy="8686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029200"/>
            <a:ext cx="9144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1663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the React UI is verified manually; load and concurrency are not yet exercised.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400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built, what I learned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64592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spanning the recruitment round trip — application to decision — in one contract-first monorepo.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passing tests pin the business rules to their use cases; the docs and the code never fell out of step.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188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645920"/>
            <a:ext cx="5212080" cy="658368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645920"/>
            <a:ext cx="82296" cy="6583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76479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loop keeps analysis and implementation honest.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423160"/>
            <a:ext cx="5212080" cy="658368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423160"/>
            <a:ext cx="82296" cy="6583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25420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contracts eliminate drift between two codebases.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3200400"/>
            <a:ext cx="5212080" cy="658368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200400"/>
            <a:ext cx="82296" cy="6583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31927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Backend-first builds the core that every UI talks 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37392" cy="9601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4892040"/>
            <a:ext cx="91440" cy="9601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074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owned: prototype, not deployed. Next: notifications · deployment &amp; scale · mobile.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0" y="3977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 ask me to open the repo: Swagger UI lives at /docs on apps/api —</a:t>
            </a:r>
            <a:endParaRPr lang="en-US" sz="1300" dirty="0"/>
          </a:p>
        </p:txBody>
      </p:sp>
      <p:pic>
        <p:nvPicPr>
          <p:cNvPr id="11" name="Image 0" descr="C:\Users\Phung Dam Tien Si\Project\Bachelor Thesis\bachelor-thesis-paper\images\UST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461772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— Recruitment Platform</dc:title>
  <dc:subject>PptxGenJS Presentation</dc:subject>
  <dc:creator>Phung Dam Tien Si</dc:creator>
  <cp:lastModifiedBy>Phung Dam Tien Si</cp:lastModifiedBy>
  <cp:revision>1</cp:revision>
  <dcterms:created xsi:type="dcterms:W3CDTF">2026-09-28T18:52:16Z</dcterms:created>
  <dcterms:modified xsi:type="dcterms:W3CDTF">2026-09-28T18:52:16Z</dcterms:modified>
</cp:coreProperties>
</file>